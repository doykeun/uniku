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Gliker" panose="020B0604020202020204" charset="0"/>
      <p:regular r:id="rId18"/>
    </p:embeddedFont>
    <p:embeddedFont>
      <p:font typeface="Gliker Bold" panose="020B0604020202020204" charset="0"/>
      <p:regular r:id="rId19"/>
    </p:embeddedFont>
    <p:embeddedFont>
      <p:font typeface="Open Sans Bold" panose="020B0604020202020204" charset="0"/>
      <p:regular r:id="rId20"/>
    </p:embeddedFont>
    <p:embeddedFont>
      <p:font typeface="Roca Tw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36308" y="0"/>
            <a:ext cx="11297462" cy="10742860"/>
          </a:xfrm>
          <a:custGeom>
            <a:avLst/>
            <a:gdLst/>
            <a:ahLst/>
            <a:cxnLst/>
            <a:rect l="l" t="t" r="r" b="b"/>
            <a:pathLst>
              <a:path w="11297462" h="10742860">
                <a:moveTo>
                  <a:pt x="0" y="0"/>
                </a:moveTo>
                <a:lnTo>
                  <a:pt x="11297462" y="0"/>
                </a:lnTo>
                <a:lnTo>
                  <a:pt x="11297462" y="10742860"/>
                </a:lnTo>
                <a:lnTo>
                  <a:pt x="0" y="10742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97090" y="7731202"/>
            <a:ext cx="7315200" cy="3817204"/>
          </a:xfrm>
          <a:custGeom>
            <a:avLst/>
            <a:gdLst/>
            <a:ahLst/>
            <a:cxnLst/>
            <a:rect l="l" t="t" r="r" b="b"/>
            <a:pathLst>
              <a:path w="7315200" h="3817204">
                <a:moveTo>
                  <a:pt x="0" y="0"/>
                </a:moveTo>
                <a:lnTo>
                  <a:pt x="7315200" y="0"/>
                </a:lnTo>
                <a:lnTo>
                  <a:pt x="7315200" y="3817205"/>
                </a:lnTo>
                <a:lnTo>
                  <a:pt x="0" y="3817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8816964">
            <a:off x="-1617381" y="-496351"/>
            <a:ext cx="3389181" cy="3765757"/>
          </a:xfrm>
          <a:custGeom>
            <a:avLst/>
            <a:gdLst/>
            <a:ahLst/>
            <a:cxnLst/>
            <a:rect l="l" t="t" r="r" b="b"/>
            <a:pathLst>
              <a:path w="3389181" h="3765757">
                <a:moveTo>
                  <a:pt x="0" y="0"/>
                </a:moveTo>
                <a:lnTo>
                  <a:pt x="3389181" y="0"/>
                </a:lnTo>
                <a:lnTo>
                  <a:pt x="3389181" y="3765756"/>
                </a:lnTo>
                <a:lnTo>
                  <a:pt x="0" y="3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3105430"/>
            <a:ext cx="8978820" cy="3630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15"/>
              </a:lnSpc>
            </a:pPr>
            <a:r>
              <a:rPr lang="en-US" sz="9415" b="1" spc="-329">
                <a:solidFill>
                  <a:srgbClr val="7F7F7F"/>
                </a:solidFill>
                <a:latin typeface="Gliker Bold"/>
                <a:ea typeface="Gliker Bold"/>
                <a:cs typeface="Gliker Bold"/>
                <a:sym typeface="Gliker Bold"/>
              </a:rPr>
              <a:t>Business Process Model and Notation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5933" y="623642"/>
            <a:ext cx="14420735" cy="8045568"/>
          </a:xfrm>
          <a:custGeom>
            <a:avLst/>
            <a:gdLst/>
            <a:ahLst/>
            <a:cxnLst/>
            <a:rect l="l" t="t" r="r" b="b"/>
            <a:pathLst>
              <a:path w="14420735" h="8045568">
                <a:moveTo>
                  <a:pt x="0" y="0"/>
                </a:moveTo>
                <a:lnTo>
                  <a:pt x="14420734" y="0"/>
                </a:lnTo>
                <a:lnTo>
                  <a:pt x="14420734" y="8045568"/>
                </a:lnTo>
                <a:lnTo>
                  <a:pt x="0" y="8045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96275">
            <a:off x="274857" y="4077190"/>
            <a:ext cx="1834019" cy="2372999"/>
          </a:xfrm>
          <a:custGeom>
            <a:avLst/>
            <a:gdLst/>
            <a:ahLst/>
            <a:cxnLst/>
            <a:rect l="l" t="t" r="r" b="b"/>
            <a:pathLst>
              <a:path w="1834019" h="2372999">
                <a:moveTo>
                  <a:pt x="0" y="0"/>
                </a:moveTo>
                <a:lnTo>
                  <a:pt x="1834019" y="0"/>
                </a:lnTo>
                <a:lnTo>
                  <a:pt x="1834019" y="2372999"/>
                </a:lnTo>
                <a:lnTo>
                  <a:pt x="0" y="2372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25025" y="8061530"/>
            <a:ext cx="4653856" cy="89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7F7F7F"/>
                </a:solidFill>
                <a:latin typeface="Gliker"/>
                <a:ea typeface="Gliker"/>
                <a:cs typeface="Gliker"/>
                <a:sym typeface="Gliker"/>
              </a:rPr>
              <a:t>Anday Komara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31594" y="8168529"/>
            <a:ext cx="4196292" cy="89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7F7F7F"/>
                </a:solidFill>
                <a:latin typeface="Gliker"/>
                <a:ea typeface="Gliker"/>
                <a:cs typeface="Gliker"/>
                <a:sym typeface="Gliker"/>
              </a:rPr>
              <a:t>Agin Maulana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14830" y="6783195"/>
            <a:ext cx="4527021" cy="896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7F7F7F"/>
                </a:solidFill>
                <a:latin typeface="Gliker"/>
                <a:ea typeface="Gliker"/>
                <a:cs typeface="Gliker"/>
                <a:sym typeface="Gliker"/>
              </a:rPr>
              <a:t>Syamsul Falah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53654" y="106071"/>
            <a:ext cx="8614746" cy="1316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10"/>
              </a:lnSpc>
            </a:pPr>
            <a:r>
              <a:rPr lang="en-US" sz="8007" dirty="0">
                <a:solidFill>
                  <a:srgbClr val="7F7F7F"/>
                </a:solidFill>
                <a:latin typeface="Gliker"/>
                <a:ea typeface="Gliker"/>
                <a:cs typeface="Gliker"/>
                <a:sym typeface="Gliker"/>
              </a:rPr>
              <a:t>Nama </a:t>
            </a:r>
            <a:r>
              <a:rPr lang="en-US" sz="8007" dirty="0" err="1">
                <a:solidFill>
                  <a:srgbClr val="7F7F7F"/>
                </a:solidFill>
                <a:latin typeface="Gliker"/>
                <a:ea typeface="Gliker"/>
                <a:cs typeface="Gliker"/>
                <a:sym typeface="Gliker"/>
              </a:rPr>
              <a:t>Kelompok</a:t>
            </a:r>
            <a:endParaRPr lang="en-US" sz="8007" dirty="0">
              <a:solidFill>
                <a:srgbClr val="7F7F7F"/>
              </a:solidFill>
              <a:latin typeface="Gliker"/>
              <a:ea typeface="Gliker"/>
              <a:cs typeface="Gliker"/>
              <a:sym typeface="Glik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46127" y="2556062"/>
            <a:ext cx="2395746" cy="466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7"/>
              </a:lnSpc>
            </a:pPr>
            <a:r>
              <a:rPr lang="en-US" sz="273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18593" y="1077411"/>
            <a:ext cx="14250814" cy="9209589"/>
          </a:xfrm>
          <a:custGeom>
            <a:avLst/>
            <a:gdLst/>
            <a:ahLst/>
            <a:cxnLst/>
            <a:rect l="l" t="t" r="r" b="b"/>
            <a:pathLst>
              <a:path w="14250814" h="9209589">
                <a:moveTo>
                  <a:pt x="0" y="0"/>
                </a:moveTo>
                <a:lnTo>
                  <a:pt x="14250814" y="0"/>
                </a:lnTo>
                <a:lnTo>
                  <a:pt x="14250814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Pemesanan Barang di Toko Online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13979" y="1028700"/>
            <a:ext cx="15860043" cy="9258300"/>
          </a:xfrm>
          <a:custGeom>
            <a:avLst/>
            <a:gdLst/>
            <a:ahLst/>
            <a:cxnLst/>
            <a:rect l="l" t="t" r="r" b="b"/>
            <a:pathLst>
              <a:path w="15860043" h="9258300">
                <a:moveTo>
                  <a:pt x="0" y="0"/>
                </a:moveTo>
                <a:lnTo>
                  <a:pt x="15860042" y="0"/>
                </a:lnTo>
                <a:lnTo>
                  <a:pt x="15860042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Pembukaan Rekening di Bank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846600" y="1028700"/>
            <a:ext cx="14594800" cy="9267698"/>
          </a:xfrm>
          <a:custGeom>
            <a:avLst/>
            <a:gdLst/>
            <a:ahLst/>
            <a:cxnLst/>
            <a:rect l="l" t="t" r="r" b="b"/>
            <a:pathLst>
              <a:path w="14594800" h="9267698">
                <a:moveTo>
                  <a:pt x="0" y="0"/>
                </a:moveTo>
                <a:lnTo>
                  <a:pt x="14594800" y="0"/>
                </a:lnTo>
                <a:lnTo>
                  <a:pt x="14594800" y="9267698"/>
                </a:lnTo>
                <a:lnTo>
                  <a:pt x="0" y="9267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Pendaftaran Mahasiswa Baru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019109"/>
            <a:ext cx="16230600" cy="6248781"/>
          </a:xfrm>
          <a:custGeom>
            <a:avLst/>
            <a:gdLst/>
            <a:ahLst/>
            <a:cxnLst/>
            <a:rect l="l" t="t" r="r" b="b"/>
            <a:pathLst>
              <a:path w="16230600" h="6248781">
                <a:moveTo>
                  <a:pt x="0" y="0"/>
                </a:moveTo>
                <a:lnTo>
                  <a:pt x="16230600" y="0"/>
                </a:lnTo>
                <a:lnTo>
                  <a:pt x="16230600" y="6248781"/>
                </a:lnTo>
                <a:lnTo>
                  <a:pt x="0" y="6248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Pemesanan Tiket Bioskop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57259" y="1077411"/>
            <a:ext cx="10773481" cy="9209589"/>
          </a:xfrm>
          <a:custGeom>
            <a:avLst/>
            <a:gdLst/>
            <a:ahLst/>
            <a:cxnLst/>
            <a:rect l="l" t="t" r="r" b="b"/>
            <a:pathLst>
              <a:path w="10773481" h="9209589">
                <a:moveTo>
                  <a:pt x="0" y="0"/>
                </a:moveTo>
                <a:lnTo>
                  <a:pt x="10773482" y="0"/>
                </a:lnTo>
                <a:lnTo>
                  <a:pt x="10773482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Pengajuan Cuti Karyawan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56943" y="1077411"/>
            <a:ext cx="16774114" cy="9267698"/>
          </a:xfrm>
          <a:custGeom>
            <a:avLst/>
            <a:gdLst/>
            <a:ahLst/>
            <a:cxnLst/>
            <a:rect l="l" t="t" r="r" b="b"/>
            <a:pathLst>
              <a:path w="16774114" h="9267698">
                <a:moveTo>
                  <a:pt x="0" y="0"/>
                </a:moveTo>
                <a:lnTo>
                  <a:pt x="16774114" y="0"/>
                </a:lnTo>
                <a:lnTo>
                  <a:pt x="16774114" y="9267698"/>
                </a:lnTo>
                <a:lnTo>
                  <a:pt x="0" y="9267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51696" y="373200"/>
            <a:ext cx="1163624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Servis Kendaraan di Bengkel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77333" y="2556062"/>
            <a:ext cx="2333333" cy="4660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77"/>
              </a:lnSpc>
            </a:pPr>
            <a:r>
              <a:rPr lang="en-US" sz="2734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50718" y="1077411"/>
            <a:ext cx="9186565" cy="9209589"/>
          </a:xfrm>
          <a:custGeom>
            <a:avLst/>
            <a:gdLst/>
            <a:ahLst/>
            <a:cxnLst/>
            <a:rect l="l" t="t" r="r" b="b"/>
            <a:pathLst>
              <a:path w="9186565" h="9209589">
                <a:moveTo>
                  <a:pt x="0" y="0"/>
                </a:moveTo>
                <a:lnTo>
                  <a:pt x="9186564" y="0"/>
                </a:lnTo>
                <a:lnTo>
                  <a:pt x="9186564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310859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 Pemesanan  Barang (dengan pool &amp; lane)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895996" y="1077411"/>
            <a:ext cx="10496008" cy="9209589"/>
          </a:xfrm>
          <a:custGeom>
            <a:avLst/>
            <a:gdLst/>
            <a:ahLst/>
            <a:cxnLst/>
            <a:rect l="l" t="t" r="r" b="b"/>
            <a:pathLst>
              <a:path w="10496008" h="9209589">
                <a:moveTo>
                  <a:pt x="0" y="0"/>
                </a:moveTo>
                <a:lnTo>
                  <a:pt x="10496008" y="0"/>
                </a:lnTo>
                <a:lnTo>
                  <a:pt x="10496008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310859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Pendaftaran Mahasiswa Baru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597316" y="1077411"/>
            <a:ext cx="11093368" cy="9209589"/>
          </a:xfrm>
          <a:custGeom>
            <a:avLst/>
            <a:gdLst/>
            <a:ahLst/>
            <a:cxnLst/>
            <a:rect l="l" t="t" r="r" b="b"/>
            <a:pathLst>
              <a:path w="11093368" h="9209589">
                <a:moveTo>
                  <a:pt x="0" y="0"/>
                </a:moveTo>
                <a:lnTo>
                  <a:pt x="11093368" y="0"/>
                </a:lnTo>
                <a:lnTo>
                  <a:pt x="11093368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310859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Pengajuan Cuti Karyawan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84383" y="1077411"/>
            <a:ext cx="17719234" cy="9258300"/>
          </a:xfrm>
          <a:custGeom>
            <a:avLst/>
            <a:gdLst/>
            <a:ahLst/>
            <a:cxnLst/>
            <a:rect l="l" t="t" r="r" b="b"/>
            <a:pathLst>
              <a:path w="17719234" h="9258300">
                <a:moveTo>
                  <a:pt x="0" y="0"/>
                </a:moveTo>
                <a:lnTo>
                  <a:pt x="17719234" y="0"/>
                </a:lnTo>
                <a:lnTo>
                  <a:pt x="177192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3108594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Servis Kendaraan di Bengkel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-51540"/>
            <a:ext cx="13668502" cy="88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3"/>
              </a:lnSpc>
            </a:pPr>
            <a:r>
              <a:rPr lang="en-US" sz="5195" b="1">
                <a:solidFill>
                  <a:srgbClr val="0CC0D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Proses Pemesanan Barang di Toko Online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77411"/>
            <a:chOff x="0" y="0"/>
            <a:chExt cx="22891342" cy="13486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91342" cy="1348611"/>
            </a:xfrm>
            <a:custGeom>
              <a:avLst/>
              <a:gdLst/>
              <a:ahLst/>
              <a:cxnLst/>
              <a:rect l="l" t="t" r="r" b="b"/>
              <a:pathLst>
                <a:path w="22891342" h="1348611">
                  <a:moveTo>
                    <a:pt x="0" y="0"/>
                  </a:moveTo>
                  <a:lnTo>
                    <a:pt x="22891342" y="0"/>
                  </a:lnTo>
                  <a:lnTo>
                    <a:pt x="22891342" y="1348611"/>
                  </a:lnTo>
                  <a:lnTo>
                    <a:pt x="0" y="1348611"/>
                  </a:lnTo>
                  <a:close/>
                </a:path>
              </a:pathLst>
            </a:custGeom>
            <a:solidFill>
              <a:srgbClr val="7F7F7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85725"/>
              <a:ext cx="22891342" cy="1262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81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30996" y="1077411"/>
            <a:ext cx="17626007" cy="9209589"/>
          </a:xfrm>
          <a:custGeom>
            <a:avLst/>
            <a:gdLst/>
            <a:ahLst/>
            <a:cxnLst/>
            <a:rect l="l" t="t" r="r" b="b"/>
            <a:pathLst>
              <a:path w="17626007" h="9209589">
                <a:moveTo>
                  <a:pt x="0" y="0"/>
                </a:moveTo>
                <a:lnTo>
                  <a:pt x="17626008" y="0"/>
                </a:lnTo>
                <a:lnTo>
                  <a:pt x="17626008" y="9209589"/>
                </a:lnTo>
                <a:lnTo>
                  <a:pt x="0" y="920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1696" y="373200"/>
            <a:ext cx="14542197" cy="646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1"/>
              </a:lnSpc>
            </a:pPr>
            <a:r>
              <a:rPr lang="en-US" sz="4811" b="1" spc="-168">
                <a:solidFill>
                  <a:srgbClr val="FFFFFF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Proses Pengiriman Dokumen Antar Departemen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91831" y="2949768"/>
            <a:ext cx="10104338" cy="4387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535"/>
              </a:lnSpc>
            </a:pPr>
            <a:r>
              <a:rPr lang="en-US" sz="1900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TERIMA</a:t>
            </a:r>
          </a:p>
          <a:p>
            <a:pPr algn="ctr">
              <a:lnSpc>
                <a:spcPts val="16535"/>
              </a:lnSpc>
            </a:pPr>
            <a:r>
              <a:rPr lang="en-US" sz="19005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Custom</PresentationFormat>
  <Paragraphs>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Open Sans Bold</vt:lpstr>
      <vt:lpstr>Gliker Bold</vt:lpstr>
      <vt:lpstr>Roca Two Bold</vt:lpstr>
      <vt:lpstr>Gliker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kelompok BPMN</dc:title>
  <cp:lastModifiedBy>anday komara</cp:lastModifiedBy>
  <cp:revision>2</cp:revision>
  <dcterms:created xsi:type="dcterms:W3CDTF">2006-08-16T00:00:00Z</dcterms:created>
  <dcterms:modified xsi:type="dcterms:W3CDTF">2025-11-12T03:53:34Z</dcterms:modified>
  <dc:identifier>DAG4ZYDUc7E</dc:identifier>
</cp:coreProperties>
</file>